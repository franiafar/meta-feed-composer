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a95bc64284fed" /><Relationship Type="http://schemas.openxmlformats.org/officeDocument/2006/relationships/extended-properties" Target="/docProps/app.xml" Id="R3044840c5b474ae0" /><Relationship Type="http://schemas.openxmlformats.org/officeDocument/2006/relationships/officeDocument" Target="/ppt/presentation.xml" Id="R283ac88e824c44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30aeaf8f048e8"/>
  </p:sldMasterIdLst>
  <p:notesMasterIdLst>
    <p:notesMasterId xmlns:r="http://schemas.openxmlformats.org/officeDocument/2006/relationships" r:id="Rf0f62b315db54bd1"/>
  </p:notesMasterIdLst>
  <p:sldIdLst>
    <p:sldId xmlns:r="http://schemas.openxmlformats.org/officeDocument/2006/relationships" id="256" r:id="R8d8a05549e9f44d8"/>
    <p:sldId xmlns:r="http://schemas.openxmlformats.org/officeDocument/2006/relationships" id="257" r:id="R700752eaabdf49de"/>
    <p:sldId xmlns:r="http://schemas.openxmlformats.org/officeDocument/2006/relationships" id="258" r:id="R1fe60ec05e83441c"/>
    <p:sldId xmlns:r="http://schemas.openxmlformats.org/officeDocument/2006/relationships" id="259" r:id="R6b41506560924cd6"/>
    <p:sldId xmlns:r="http://schemas.openxmlformats.org/officeDocument/2006/relationships" id="260" r:id="Rae6b700792054cd4"/>
    <p:sldId xmlns:r="http://schemas.openxmlformats.org/officeDocument/2006/relationships" id="261" r:id="R79246e170e4447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043e8def24915" /><Relationship Type="http://schemas.openxmlformats.org/officeDocument/2006/relationships/slideMaster" Target="/ppt/slideMasters/slideMaster1.xml" Id="Rab430aeaf8f048e8" /><Relationship Type="http://schemas.openxmlformats.org/officeDocument/2006/relationships/notesMaster" Target="/ppt/notesMasters/notesMaster1.xml" Id="Rf0f62b315db54bd1" /><Relationship Type="http://schemas.openxmlformats.org/officeDocument/2006/relationships/presProps" Target="/ppt/presProps.xml" Id="R216e31fdde0d4726" /><Relationship Type="http://schemas.openxmlformats.org/officeDocument/2006/relationships/tableStyles" Target="/ppt/tableStyles.xml" Id="R6a1a3ec5c12a4854" /><Relationship Type="http://schemas.openxmlformats.org/officeDocument/2006/relationships/slide" Target="/ppt/slides/slide1.xml" Id="R8d8a05549e9f44d8" /><Relationship Type="http://schemas.openxmlformats.org/officeDocument/2006/relationships/slide" Target="/ppt/slides/slide2.xml" Id="R700752eaabdf49de" /><Relationship Type="http://schemas.openxmlformats.org/officeDocument/2006/relationships/slide" Target="/ppt/slides/slide3.xml" Id="R1fe60ec05e83441c" /><Relationship Type="http://schemas.openxmlformats.org/officeDocument/2006/relationships/slide" Target="/ppt/slides/slide4.xml" Id="R6b41506560924cd6" /><Relationship Type="http://schemas.openxmlformats.org/officeDocument/2006/relationships/slide" Target="/ppt/slides/slide5.xml" Id="Rae6b700792054cd4" /><Relationship Type="http://schemas.openxmlformats.org/officeDocument/2006/relationships/slide" Target="/ppt/slides/slide6.xml" Id="R79246e170e44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f7c7d53f2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a2e53b4674074" /><Relationship Type="http://schemas.openxmlformats.org/officeDocument/2006/relationships/notesMaster" Target="/ppt/notesMasters/notesMaster1.xml" Id="R1739d8d2c1d0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1fd64b14d4904" /><Relationship Type="http://schemas.openxmlformats.org/officeDocument/2006/relationships/notesMaster" Target="/ppt/notesMasters/notesMaster1.xml" Id="Rb3b1f383a661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7748abd2e4343" /><Relationship Type="http://schemas.openxmlformats.org/officeDocument/2006/relationships/notesMaster" Target="/ppt/notesMasters/notesMaster1.xml" Id="Ra0b5e79f0b554f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2359af8505415e" /><Relationship Type="http://schemas.openxmlformats.org/officeDocument/2006/relationships/notesMaster" Target="/ppt/notesMasters/notesMaster1.xml" Id="R6e34ec5b579f4f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873dfe97794a00" /><Relationship Type="http://schemas.openxmlformats.org/officeDocument/2006/relationships/notesMaster" Target="/ppt/notesMasters/notesMaster1.xml" Id="Rf1cbed49c08441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c7e48036b4c94" /><Relationship Type="http://schemas.openxmlformats.org/officeDocument/2006/relationships/notesMaster" Target="/ppt/notesMasters/notesMaster1.xml" Id="Rd0a0f35d7dd4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Product URL and workflow are part of the Meta Feed Composer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Meta preview screenshot: /var/folders/5c/y8r37s2x22j7bx7bc1cyff5r0000gn/T/codex-clipboard-8d72c1df-8023-4057-b056-0aca8b3eba28.png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Tool-generated Meta Feed Composer output: /Users/francisco.iafar/Documents/Codex/2026-08-25/te-estoy-pasando-varios-screenshots-y/work/deck-assets/tutorial-output-en.png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Product URL and workflow are part of the Meta Feed Composer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Meta preview screenshot: /var/folders/5c/y8r37s2x22j7bx7bc1cyff5r0000gn/T/codex-clipboard-68aee791-b91e-424f-a51d-e7b68184689e.png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Tool-generated Meta Feed Composer output: /Users/francisco.iafar/Documents/Codex/2026-08-25/te-estoy-pasando-varios-screenshots-y/work/deck-assets/tutorial-output-es.png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7f9bb2138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96ffce18c4587" /><Relationship Type="http://schemas.openxmlformats.org/officeDocument/2006/relationships/slideLayout" Target="/ppt/slideLayouts/slideLayout1.xml" Id="R2b1ef6ae03d645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ef6ae03d645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4a43b4c6e4913" /><Relationship Type="http://schemas.openxmlformats.org/officeDocument/2006/relationships/notesSlide" Target="/ppt/notesSlides/notesSlide1.xml" Id="R51cad4c6f353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7286756e7425e" /><Relationship Type="http://schemas.openxmlformats.org/officeDocument/2006/relationships/image" Target="/ppt/media/image.png" Id="Rc145ffc517a14146" /><Relationship Type="http://schemas.openxmlformats.org/officeDocument/2006/relationships/notesSlide" Target="/ppt/notesSlides/notesSlide2.xml" Id="R4220c1a50dab4e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5df037acc4d21" /><Relationship Type="http://schemas.openxmlformats.org/officeDocument/2006/relationships/image" Target="/ppt/media/image2.png" Id="R6a06fb96ea28433d" /><Relationship Type="http://schemas.openxmlformats.org/officeDocument/2006/relationships/notesSlide" Target="/ppt/notesSlides/notesSlide3.xml" Id="Re4e46d4e2bcf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6637005da41a0" /><Relationship Type="http://schemas.openxmlformats.org/officeDocument/2006/relationships/notesSlide" Target="/ppt/notesSlides/notesSlide4.xml" Id="Rf114edda6428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441470a754f5e" /><Relationship Type="http://schemas.openxmlformats.org/officeDocument/2006/relationships/image" Target="/ppt/media/image3.png" Id="Raa4087fcb98c434b" /><Relationship Type="http://schemas.openxmlformats.org/officeDocument/2006/relationships/notesSlide" Target="/ppt/notesSlides/notesSlide5.xml" Id="Rd8ba9523cc3447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5ae6911494b28" /><Relationship Type="http://schemas.openxmlformats.org/officeDocument/2006/relationships/image" Target="/ppt/media/image4.png" Id="R3061cc78a85c4574" /><Relationship Type="http://schemas.openxmlformats.org/officeDocument/2006/relationships/notesSlide" Target="/ppt/notesSlides/notesSlide6.xml" Id="Rf84622dc80cf45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18474-B20A-4309-B845-BB2C6BD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1786-B6BE-4AF3-9953-E61F753C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6205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211F"/>
                </a:solidFill>
              </a:defRPr>
            </a:pPr>
            <a:r>
              <a:rPr sz="4950" b="1">
                <a:solidFill>
                  <a:srgbClr val="20211F"/>
                </a:solidFill>
              </a:rPr>
              <a:t>Meta Feed</a:t>
            </a:r>
          </a:p>
          <a:p xmlns:a="http://schemas.openxmlformats.org/drawingml/2006/main">
            <a:pPr>
              <a:defRPr sz="4950" b="1">
                <a:solidFill>
                  <a:srgbClr val="20211F"/>
                </a:solidFill>
              </a:defRPr>
            </a:pPr>
            <a:r>
              <a:rPr sz="4950" b="1">
                <a:solidFill>
                  <a:srgbClr val="20211F"/>
                </a:solidFill>
              </a:rPr>
              <a:t>Composer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8DDC-BE34-4ACE-88BE-9394E64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D6D66"/>
                </a:solidFill>
              </a:defRPr>
            </a:pPr>
            <a:r>
              <a:rPr sz="2100">
                <a:solidFill>
                  <a:srgbClr val="6D6D66"/>
                </a:solidFill>
              </a:rPr>
              <a:t>A four-step tutorial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263B4-C1ED-4D2A-A94A-B14A26E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65D38"/>
                </a:solidFill>
              </a:defRPr>
            </a:pPr>
            <a:r>
              <a:rPr sz="2850" b="1">
                <a:solidFill>
                  <a:srgbClr val="C65D38"/>
                </a:solidFill>
              </a:rPr>
              <a:t>Copy. Paste. Check. Download.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06175-57D3-47DE-A93F-B751117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11F"/>
                </a:solidFill>
              </a:defRPr>
            </a:pPr>
            <a:r>
              <a:rPr sz="1350">
                <a:solidFill>
                  <a:srgbClr val="20211F"/>
                </a:solidFill>
              </a:rPr>
              <a:t>meta-feed-composer-fran.dept-7420.chatgpt.site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C231A-66A3-44AD-980C-2BC9432D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4B7CB-73A0-4D0F-916F-F3B9D96C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EF242-BEE2-4CAF-BDFD-C9220CB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Made with &lt;3 by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8A0B9-C997-43F8-9150-6512DA9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3298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BDA34-1892-47E5-BC4F-7EDC58C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1F"/>
                </a:solidFill>
              </a:defRPr>
            </a:pPr>
            <a:r>
              <a:rPr sz="2850" b="1">
                <a:solidFill>
                  <a:srgbClr val="20211F"/>
                </a:solidFill>
              </a:rPr>
              <a:t>1. Copy the Meta preview.  2. Paste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3B263-9637-4245-9E95-5E90435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D6D66"/>
                </a:solidFill>
              </a:defRPr>
            </a:pPr>
            <a:r>
              <a:rPr sz="1575">
                <a:solidFill>
                  <a:srgbClr val="6D6D66"/>
                </a:solidFill>
              </a:rPr>
              <a:t>Use Cmd + V on Mac or Ctrl + V on Windows. Paste the screenshot as-is.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963A6-F0F6-4FFD-9EF2-79F281C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5ffc517a14146"/>
          <a:stretch xmlns:a="http://schemas.openxmlformats.org/drawingml/2006/main"/>
        </p:blipFill>
        <p:spPr>
          <a:xfrm xmlns:a="http://schemas.openxmlformats.org/drawingml/2006/main">
            <a:off x="1970190" y="2019300"/>
            <a:ext cx="825162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9914F-2A37-4708-B8CA-2D521B5F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D38"/>
                </a:solidFill>
              </a:defRPr>
            </a:pPr>
            <a:r>
              <a:rPr sz="1350" b="1">
                <a:solidFill>
                  <a:srgbClr val="C65D38"/>
                </a:solidFill>
              </a:rPr>
              <a:t>No cropping. No panel selection. No file upload.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8EE73-42A8-41A5-8B0F-49A34EF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F1410-C10A-45F7-86E4-6EB0898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A9D4C-AAC3-41AF-AC2A-4E54504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Made with &lt;3 by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3389D-8F96-4554-9B24-1953449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98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92F18-C3C5-457E-A465-50313F5F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1F"/>
                </a:solidFill>
              </a:defRPr>
            </a:pPr>
            <a:r>
              <a:rPr sz="2850" b="1">
                <a:solidFill>
                  <a:srgbClr val="20211F"/>
                </a:solidFill>
              </a:rPr>
              <a:t>3. Check the Feed cards.  4. Download.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64723-CFE7-4A05-B1D1-E3895B5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D6D66"/>
                </a:solidFill>
              </a:defRPr>
            </a:pPr>
            <a:r>
              <a:rPr sz="1575">
                <a:solidFill>
                  <a:srgbClr val="6D6D66"/>
                </a:solidFill>
              </a:rPr>
              <a:t>The tool ignores Stories, removes duplicates, and keeps every card the same size.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6fb96ea28433d"/>
          <a:stretch xmlns:a="http://schemas.openxmlformats.org/drawingml/2006/main"/>
        </p:blipFill>
        <p:spPr>
          <a:xfrm xmlns:a="http://schemas.openxmlformats.org/drawingml/2006/main">
            <a:off x="3400076" y="1981200"/>
            <a:ext cx="5391848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74CD0-C25E-4ECC-BB6A-1B98484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DA052-7063-4FA2-AE41-51452157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65D38"/>
                </a:solidFill>
              </a:defRPr>
            </a:pPr>
            <a:r>
              <a:rPr sz="1500" b="1">
                <a:solidFill>
                  <a:srgbClr val="C65D38"/>
                </a:solidFill>
              </a:rPr>
              <a:t>Optional: add a title or reorder cards before downloading the PNG.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E0089-1ED5-41DB-846E-40BDD54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79C4D-91AA-4574-95CE-3B67AE1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F982E-C177-467E-AD19-A7F2C667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Made with &lt;3 by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9892F-D2F4-49CD-93C0-7CC705C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9927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E5103-4BE9-4B76-ADF6-EBCE14CF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37A85-CFF8-47CB-9C3D-98673911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6205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211F"/>
                </a:solidFill>
              </a:defRPr>
            </a:pPr>
            <a:r>
              <a:rPr sz="4950" b="1">
                <a:solidFill>
                  <a:srgbClr val="20211F"/>
                </a:solidFill>
              </a:rPr>
              <a:t>Meta Feed</a:t>
            </a:r>
          </a:p>
          <a:p xmlns:a="http://schemas.openxmlformats.org/drawingml/2006/main">
            <a:pPr>
              <a:defRPr sz="4950" b="1">
                <a:solidFill>
                  <a:srgbClr val="20211F"/>
                </a:solidFill>
              </a:defRPr>
            </a:pPr>
            <a:r>
              <a:rPr sz="4950" b="1">
                <a:solidFill>
                  <a:srgbClr val="20211F"/>
                </a:solidFill>
              </a:rPr>
              <a:t>Composer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0DBB3-4F6F-4860-8D16-A0D7544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D6D66"/>
                </a:solidFill>
              </a:defRPr>
            </a:pPr>
            <a:r>
              <a:rPr sz="2100">
                <a:solidFill>
                  <a:srgbClr val="6D6D66"/>
                </a:solidFill>
              </a:rPr>
              <a:t>Un tutorial en cuatro pasos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245E8-3B49-4F8D-90B7-20FC896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17254"/>
                </a:solidFill>
              </a:defRPr>
            </a:pPr>
            <a:r>
              <a:rPr sz="2850" b="1">
                <a:solidFill>
                  <a:srgbClr val="617254"/>
                </a:solidFill>
              </a:rPr>
              <a:t>Copiá. Pegá. Revisá. Descargá.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9884-7191-4C96-B6A2-1595E44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11F"/>
                </a:solidFill>
              </a:defRPr>
            </a:pPr>
            <a:r>
              <a:rPr sz="1350">
                <a:solidFill>
                  <a:srgbClr val="20211F"/>
                </a:solidFill>
              </a:rPr>
              <a:t>meta-feed-composer-fran.dept-7420.chatgpt.site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DF3FF-BBBB-4EA2-BB43-EAFCB7F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8EBC7-6881-4F62-B8A7-F542E4C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0BBD5-319D-42FF-BA50-C8AD9FF8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Hecho con &lt;3 por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708CC-3013-4822-98EC-9867FEE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0374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36C54-84F2-4CCA-9A1B-7E59B6E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1F"/>
                </a:solidFill>
              </a:defRPr>
            </a:pPr>
            <a:r>
              <a:rPr sz="2850" b="1">
                <a:solidFill>
                  <a:srgbClr val="20211F"/>
                </a:solidFill>
              </a:rPr>
              <a:t>1. Copiá el preview de Meta.  2. Pegalo.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C2278-0221-48D5-A65E-05A59C6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D6D66"/>
                </a:solidFill>
              </a:defRPr>
            </a:pPr>
            <a:r>
              <a:rPr sz="1575">
                <a:solidFill>
                  <a:srgbClr val="6D6D66"/>
                </a:solidFill>
              </a:rPr>
              <a:t>Usá Cmd + V en Mac o Ctrl + V en Windows. Pegá el screenshot tal como está.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75E2F-AEE4-4BC8-A71F-84229E8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2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087fcb98c434b"/>
          <a:stretch xmlns:a="http://schemas.openxmlformats.org/drawingml/2006/main"/>
        </p:blipFill>
        <p:spPr>
          <a:xfrm xmlns:a="http://schemas.openxmlformats.org/drawingml/2006/main">
            <a:off x="3242613" y="2019300"/>
            <a:ext cx="5706774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E2CB-6E57-46A5-9E27-1EF11F0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17254"/>
                </a:solidFill>
              </a:defRPr>
            </a:pPr>
            <a:r>
              <a:rPr sz="1350" b="1">
                <a:solidFill>
                  <a:srgbClr val="617254"/>
                </a:solidFill>
              </a:rPr>
              <a:t>Sin recortar. Sin elegir paneles. Sin subir archivos.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4A079-BCF4-45DB-A960-38CD387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F93E9-CB82-453D-9CDD-72B02C8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D3007-784E-48CB-AE76-1C41089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Hecho con &lt;3 por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666B-42B3-4697-BBCA-0609A00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9123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6388B-A354-45AD-86B1-A1C2D7AD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1F"/>
                </a:solidFill>
              </a:defRPr>
            </a:pPr>
            <a:r>
              <a:rPr sz="2850" b="1">
                <a:solidFill>
                  <a:srgbClr val="20211F"/>
                </a:solidFill>
              </a:rPr>
              <a:t>3. Revisá los Feed.  4. Descargá.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6920-B511-45B3-84A1-490C7FA2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D6D66"/>
                </a:solidFill>
              </a:defRPr>
            </a:pPr>
            <a:r>
              <a:rPr sz="1575">
                <a:solidFill>
                  <a:srgbClr val="6D6D66"/>
                </a:solidFill>
              </a:rPr>
              <a:t>La herramienta ignora Stories, elimina duplicados y deja todas las tarjetas del mismo tamaño.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1cc78a85c4574"/>
          <a:stretch xmlns:a="http://schemas.openxmlformats.org/drawingml/2006/main"/>
        </p:blipFill>
        <p:spPr>
          <a:xfrm xmlns:a="http://schemas.openxmlformats.org/drawingml/2006/main">
            <a:off x="3400076" y="1981200"/>
            <a:ext cx="5391848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09E04-0E7E-4535-9D5D-15D54BAD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5E184-2A8C-4296-89E5-3D877638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17254"/>
                </a:solidFill>
              </a:defRPr>
            </a:pPr>
            <a:r>
              <a:rPr sz="1500" b="1">
                <a:solidFill>
                  <a:srgbClr val="617254"/>
                </a:solidFill>
              </a:rPr>
              <a:t>Opcional: agregá un título o reordená las tarjetas antes de descargar el PNG.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BD881-FC4B-4255-A94C-E22C65D3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5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4F1B5-70F4-40FD-B976-92418CF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211F"/>
                </a:solidFill>
              </a:defRPr>
            </a:pPr>
            <a:r>
              <a:rPr sz="975" b="1">
                <a:solidFill>
                  <a:srgbClr val="20211F"/>
                </a:solidFill>
              </a:rPr>
              <a:t>Meta Feed Composer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038C8-7C5F-4992-A148-E5FBCAA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57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Hecho con &lt;3 por Francisco Iafar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A83BA-E92B-440A-BF89-182135DD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D6D66"/>
                </a:solidFill>
              </a:defRPr>
            </a:pPr>
            <a:r>
              <a:rPr sz="975">
                <a:solidFill>
                  <a:srgbClr val="6D6D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263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2026-08-25T14:58:31.4080000Z</dcterms:created>
  <dcterms:modified xsi:type="dcterms:W3CDTF">2026-08-25T14:58:31.4080000Z</dcterms:modified>
</coreProperties>
</file>